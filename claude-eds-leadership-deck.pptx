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3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12191695" cy="73152"/>
          </a:xfrm>
          <a:prstGeom prst="rect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Faster with Claude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Code + Skills Power Our AEM Edge Delivery Services Workflow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Leadership Walkthrough of the eds-agent Repository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Deepak Narayanan  |  Cognizant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eds-agent  ·  AEM Edge Delivery Services  ·  Claude Code (Opus 4.7)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repository is, and why Claude is central to how we build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AEM Edge Delivery Services (EDS) website project, based on the Adobe aem-boilerplate, customised for Cognizant content delivery.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as an "agent-first" codebase: Claude Code is the primary IDE collaborator, governed by AGENTS.md and CLAUDE.md instruction files in the repo root.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custom Claude Skills (analyze-and-plan, content-modeling, content-driven-development, code-review) encode our SDLC end-to-end - from requirements to PR review.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 slash command (/create-block) scaffolds blocks instantly against documented standards.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(performance, accessibility, mobile-first CSS, scoped selectors, Playwright tests) are codified as rules Claude must follow, not just documented as guidelines.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faster block delivery, consistent quality, and a workflow that scales from one developer to many - human or AI.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 Is Doing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Cognizant AEM Edge Delivery Services site - built and maintained with Claude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AEM Edge Delivery Services site, forked from aem-boilerplate. Vanilla JS (ES6+), modern CSS, no transpiling, no build step.
</a:t>
            </a:r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EDS works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create content in a CMS (Google Drive / SharePoint / DA). aem.js decorates the DOM at runtime into sections and blocks. Our code customises that decoration.
</a:t>
            </a:r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load order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 -&gt;  Lazy  -&gt;  Delayed. Optimised for LCP and Core Web Vitals - a Lighthouse 100 target on every PR.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46304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EAF1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shipped in this repo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011680"/>
          <a:ext cx="4663440" cy="402336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+ heading + CTA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Slideable content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Auto-blocked hero from H1 + picture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hero-banner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Authored hero 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image-teaser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Image-led teaser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Tabbed content (outlined variant)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Fragment-driven site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Fragment-driven site footer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fragment 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Is Wired Into the Codebase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files, skills, and commands turn the repo into an agent-ready workspace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B53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(root)  -  full project rules, tech stack, conventions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(root)  -  quick reference + overrides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docs/blocks.md, docs/globals.md  -  coding standards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block.md (per block)  -  author/dev contract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16552" y="155448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F36F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554480"/>
            <a:ext cx="3657600" cy="502920"/>
          </a:xfrm>
          <a:prstGeom prst="rect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219456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.claude/skills/analyze-and-plan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.claude/skills/content-modeling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.claude/skills/content-driven-development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.claude/skills/code-review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155448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E8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1554480"/>
            <a:ext cx="3657600" cy="502920"/>
          </a:xfrm>
          <a:prstGeom prst="rect">
            <a:avLst/>
          </a:prstGeom>
          <a:solidFill>
            <a:srgbClr val="0E8A4F"/>
          </a:solidFill>
          <a:ln w="12700">
            <a:solidFill>
              <a:srgbClr val="0E8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219456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.claude/commands/create-block.md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"/create-block &lt;name&gt;" scaffolds a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commands plug in the same way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system-wide: /loop, /schedule, /review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Skills, One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is a versioned, self-contained playbook Claude follows automatically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2743200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fires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analyze-and-plan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requirements / mockups into structured acceptance criteria, edge cases, responsive specs, and a Definition of Done.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 of CDD, or any time scope must be clarified before code is written.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analysis + DoD checklist.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Designs author-friendly block.md tables using EDS canonical models (Standalone / Collection / Configuration / Auto-Blocked).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Whenever a new block or a structural change is in play.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block.md content model.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content-driven-development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Orchestrator: enforces "test content first, code second". Spins up dev server, drives the other skills, and tracks an 8-step todo list.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for ALL code changes - blocks, CSS, scripts, bug fixes.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shipped change with PR + preview URL.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Self-review before commit and full PR review on demand. Posts GitHub Suggestions, screenshots viewports, validates EDS standards.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implementation, or via "/code-review &lt;PR&gt;".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review with one-click fixes.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Content-Driven Development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steps Claude executes for every code change - skills chain automatically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dev 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1800000">
            <a:off x="3264408" y="2189988"/>
            <a:ext cx="146304" cy="146304"/>
          </a:xfrm>
          <a:prstGeom prst="rightTriangl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64592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plan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6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analyze-and-plan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1800000">
            <a:off x="6053328" y="2189988"/>
            <a:ext cx="146304" cy="146304"/>
          </a:xfrm>
          <a:prstGeom prst="rightTriangl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content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377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6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content-modeling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800000">
            <a:off x="8842248" y="2189988"/>
            <a:ext cx="146304" cy="146304"/>
          </a:xfrm>
          <a:prstGeom prst="rightTriangl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164592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264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/ create test content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4290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rot="1800000">
            <a:off x="3264408" y="4064508"/>
            <a:ext cx="146304" cy="146304"/>
          </a:xfrm>
          <a:prstGeom prst="rightTriangl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4290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352044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11480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test (Playwright)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 rot="1800000">
            <a:off x="6053328" y="4064508"/>
            <a:ext cx="146304" cy="146304"/>
          </a:xfrm>
          <a:prstGeom prst="rightTriangl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4290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52044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0372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 + review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5508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6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code-review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 rot="1800000">
            <a:off x="8842248" y="4064508"/>
            <a:ext cx="146304" cy="146304"/>
          </a:xfrm>
          <a:prstGeom prst="rightTriangl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06840" y="34290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AF1FA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98280" y="352044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69264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(PR + preview URL)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Claude never writes code before there is real authored content to test against. That kills entire classes of "works on my mock" bugs.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Practices, Codified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are not just documented - they are rules Claude is required to follow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3703320" cy="4572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100 target on every PR (mobile + desktop)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load: eager / lazy / delayed (delayed.js after 3s)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 in critical path; no build step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check enforced against feature preview URL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63040"/>
            <a:ext cx="3703320" cy="4572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63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Accessibility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196596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2.1/2.2 AA: 4.5:1 text, 3:1 UI contrast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HTML5, ARIA labels, focus-visible outlines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color tokens - no hardcoded hex in blocks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handled by tokens, no per-block media queries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46304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463040"/>
            <a:ext cx="3703320" cy="4572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463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CSS Discipline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196596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only; min-width queries at 5 standard breakpoints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selectors scoped to .{blockname}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overrides in styles/config/overrides.css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Stylelint standard config, no !important without justification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77640"/>
            <a:ext cx="3703320" cy="4572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77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JS Discipline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48056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ES6+, Airbnb ESLint, no transpiling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aem.js is read-only - all customisation in scripts.js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JSDoc on every exported and non-trivial function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CSS-in-JS, no debug console.log left in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97764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977640"/>
            <a:ext cx="3703320" cy="4572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977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448056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per block: blocks/**/*.spec.js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draft pages in tests/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starts automatically in playwright.config.js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block.md + spec kept in sync - the author contract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397764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77640"/>
            <a:ext cx="3703320" cy="4572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977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Process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4480560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Pre-push cleanup of __temp.html, test-results/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must include before/after preview URLs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pr checks gating code sync, lint, PSI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Code Sync auto-deploys main to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&amp; Authoring Contract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command scaffolds a block to standard - then humans and Claude collaborate from there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EAF1FA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/create-block &lt;name&gt;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block in blocks/&lt;name&gt;/ with the five standard files at skeleton level, in line with docs/blocks.md.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generated: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block.md  -  content model contract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&lt;name&gt;.js  -  decorate(block) entry point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&lt;name&gt;.css  -  scoped styles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markup.js  -  HTML template + interpolation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&lt;name&gt;.spec.js  -  Playwright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F36F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6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block.md contract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ships with a block.md that documents the exact table authors will create. It is the single source of truth shared between authors, developers, and Claude.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017520"/>
          <a:ext cx="512064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4572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(required)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&lt;picture&gt; at top of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 (required)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below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(required)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link with trailing arrow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0" y="5029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modifying any block .js or .css, read that block.md first." - AGENTS.md rule, enforced by Claude on every change.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Between Claude and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checkpoints prevent regressions reaching the live site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8008" y="1737360"/>
            <a:ext cx="1737360" cy="1280160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18208" y="1737360"/>
            <a:ext cx="1737360" cy="1280160"/>
          </a:xfrm>
          <a:prstGeom prst="chevron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96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(npm run lint, Playwright)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18408" y="1737360"/>
            <a:ext cx="1737360" cy="1280160"/>
          </a:xfrm>
          <a:prstGeom prst="chevron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98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(code-review skill)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8608" y="1737360"/>
            <a:ext cx="1737360" cy="1280160"/>
          </a:xfrm>
          <a:prstGeom prst="chevron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00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{branch}--repo--owner.aem.page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18808" y="1737360"/>
            <a:ext cx="1737360" cy="1280160"/>
          </a:xfrm>
          <a:prstGeom prst="chevron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02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100)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19008" y="1737360"/>
            <a:ext cx="1737360" cy="1280160"/>
          </a:xfrm>
          <a:prstGeom prst="chevron">
            <a:avLst/>
          </a:prstGeom>
          <a:solidFill>
            <a:srgbClr val="0E8A4F"/>
          </a:solidFill>
          <a:ln w="12700">
            <a:solidFill>
              <a:srgbClr val="0E8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04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+ /code-review)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19208" y="1737360"/>
            <a:ext cx="1737360" cy="1280160"/>
          </a:xfrm>
          <a:prstGeom prst="chevron">
            <a:avLst/>
          </a:prstGeom>
          <a:solidFill>
            <a:srgbClr val="0E8A4F"/>
          </a:solidFill>
          <a:ln w="12700">
            <a:solidFill>
              <a:srgbClr val="0E8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064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main--repo--owner.aem.live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blocks before commit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Linting failures (ESLint Airbnb + Stylelint standard)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Unscoped CSS, !important without justification, CSS-in-JS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Modifications to scripts/aem.js (upstream-only)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Missing block.md, missing Playwright spec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Console.log left in code, eslint-disable without comment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humans + CI block before merge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PRs without before/after preview URLs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PSI score below target on feature preview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Accessibility regressions or contrast failures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Visual regressions caught via screenshots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Temp artifacts: __temp.html, test-results/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Leadership Should Care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from an agent-ready EDS practice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475488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this repo delivers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time to market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scaffolding, content modeling, and code review collapse from days to minutes. /create-block + CDD skill take a new block from idea to PR in a single sitting.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quality at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developer - and every Claude session - follows the same rules. Lighthouse 100, WCAG AA, Airbnb lint are guarded by the skills, not by tribal knowledge.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onboarding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engineer reads AGENTS.md once. Claude carries the rest of the institutional context. The repo teaches itself.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Auditable AI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Claude behaviour is driven by versioned files in the repo (.claude/skills, AGENTS.md). Reviewable, diffable, governable - not a black box.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Replicable across projects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skills folder is portable. Lift it into the next AEM EDS engagement and a new team is productive on day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the investment we have already made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F36F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EDS Development  |  Cognizant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Expand the skill library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 for performance budgeting, content migration, and design-token sync. Each new skill multiplies team throughput.
</a:t>
            </a:r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More slash commands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/create-block - e.g. /create-variant, /add-tracking, /audit-a11y to cover frequent multi-step tasks.
</a:t>
            </a:r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GitHub Actions integration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/code-review and /security-review into pull_request events so every PR gets an automated first pass before a human reviews.
</a:t>
            </a:r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Knowledge harvesting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every project decision into AGENTS.md + memory. The repo becomes a living playbook for future engagements.
</a:t>
            </a:r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Roll out to additional EDS engagements
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repo as the reference template across Cognizant's AEM Edge Delivery practice.
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53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demo, or a deep-dive into any skill?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Narayanan  |  deepak.narayanan@cognizant.com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eds-agent  |  Branch: main  |  Date: 2026-05-12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Claude-Assisted EDS Development</dc:title>
  <dc:subject>PptxGenJS Presentation</dc:subject>
  <dc:creator>Deepak Narayanan</dc:creator>
  <cp:lastModifiedBy>Deepak Narayanan</cp:lastModifiedBy>
  <cp:revision>1</cp:revision>
  <dcterms:created xsi:type="dcterms:W3CDTF">2026-05-12T05:25:30Z</dcterms:created>
  <dcterms:modified xsi:type="dcterms:W3CDTF">2026-05-12T05:25:30Z</dcterms:modified>
</cp:coreProperties>
</file>